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MEDORA PLUS (Medi+ Command) is a full-stack, real-time hospital management and emergency response platform with four role portals.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problems: no live resource visibility, slow emergency response, fragmented patient care, and weak follow-up plus weak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is a shared real-time backend with four role portals, built around live resources, emergency SOS, connected records and follow-up 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Admin, doctor, nurse and patient each get their own front end, but all four talk to the same REST API and Socket.IO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headline features: SOS dispatch, blood donation workflow, medicine alarms, prescription read-back, real-time sync and installability.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Three-tier architecture with a 21-table SQLite schema, plus seven concrete security measures added in this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outcome and the four next steps toward production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280160"/>
            <a:ext cx="4572000" cy="4572000"/>
          </a:xfrm>
          <a:prstGeom prst="ellipse">
            <a:avLst/>
          </a:prstGeom>
          <a:solidFill>
            <a:srgbClr val="CADCF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194560" cy="2194560"/>
          </a:xfrm>
          <a:prstGeom prst="ellipse">
            <a:avLst/>
          </a:prstGeom>
          <a:solidFill>
            <a:srgbClr val="D62839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HOSPITAL NETWORK PLATFORM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76272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MEDORA PLUS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Medi+ Command — one connected system for hospitals, doctors, nurses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patients, with emergency response built in.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5577840" cy="502920"/>
          </a:xfrm>
          <a:prstGeom prst="roundRect">
            <a:avLst>
              <a:gd name="adj" fmla="val 1818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•  Express  •  SQLite  •  Socket.IO  •  PWA + Android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information is siloed when seconds matter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5331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Beds, blood units, ambulances, staff and patient records live in separate registers and separate hospitals, so no one sees the full picture in real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01952"/>
            <a:ext cx="5257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176272"/>
            <a:ext cx="384048" cy="38404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2140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view of resources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68880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availability, blood stock, organ registry, equipment and ambulance status are tracked manually, so shortages surface only after a patient arrives.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901952"/>
            <a:ext cx="5257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176272"/>
            <a:ext cx="384048" cy="38404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19672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121408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emergency response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468880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emergency a caller has to find a hospital, confirm capacity and arrange transport by phone, with no automatic routing to the nearest facility.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5257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3877056"/>
            <a:ext cx="384048" cy="38404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611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82219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patient care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69664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records, diet plans, medicines, prescriptions and appointments are split across paper and disconnected tools, so doctors and nurses work from partial information.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602736"/>
            <a:ext cx="5257800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3877056"/>
            <a:ext cx="384048" cy="38404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19672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3822192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follow-up and weak access control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4169664"/>
            <a:ext cx="4279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Post-operative patients forget medicine timings, handwritten prescriptions are misread, and unscoped systems let staff view records outside their own hospital.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13248"/>
            <a:ext cx="10881360" cy="658368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54132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single real-time network linking every hospital, every role and every patient record — with emergency dispatch built 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centre for the whole network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114800" cy="4251960"/>
          </a:xfrm>
          <a:prstGeom prst="roundRect">
            <a:avLst>
              <a:gd name="adj" fmla="val 31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828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4028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Express + SQLite backend holds every hospital, resource and patient record. Socket.IO pushes each change instantly to all four role portals, so what a nurse updates, the admin and the patient see at once.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as a PWA and packaged as an Android app, so it works on a phone at the bedside.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0" y="1508760"/>
            <a:ext cx="6400800" cy="950976"/>
          </a:xfrm>
          <a:prstGeom prst="roundRect">
            <a:avLst>
              <a:gd name="adj" fmla="val 11538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94960" y="1792224"/>
            <a:ext cx="384048" cy="38404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39496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65506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resource visibility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194767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Beds, blood bank, organ registry, equipment and ambulances updated in real time across hospitals.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2606040"/>
            <a:ext cx="6400800" cy="950976"/>
          </a:xfrm>
          <a:prstGeom prst="roundRect">
            <a:avLst>
              <a:gd name="adj" fmla="val 11538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889504"/>
            <a:ext cx="384048" cy="38404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94960" y="2889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75234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SOS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04495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locates the caller, finds the nearest hospital, dispatches an ambulance and returns a map link.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3703320"/>
            <a:ext cx="6400800" cy="950976"/>
          </a:xfrm>
          <a:prstGeom prst="roundRect">
            <a:avLst>
              <a:gd name="adj" fmla="val 11538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94960" y="3986784"/>
            <a:ext cx="384048" cy="38404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9496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384962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patient record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414223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records, diet plans, medicines, prescriptions and appointments in one scoped record.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4800600"/>
            <a:ext cx="6400800" cy="950976"/>
          </a:xfrm>
          <a:prstGeom prst="roundRect">
            <a:avLst>
              <a:gd name="adj" fmla="val 11538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94960" y="5084064"/>
            <a:ext cx="384048" cy="384048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9496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0" y="49469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that reaches home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0" y="5239512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Nurse-set medicine alarms, patient reminders, and AI read-back of photographed prescriptions.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PORTALS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separate entry points, one shared database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78608" cy="31089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578608" cy="841248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975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admin.html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78608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hospitals, doctors, nurses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Beds, equipment, ambulances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and organ bank stock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alerts and dashboards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144" y="1554480"/>
            <a:ext cx="2578608" cy="31089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38144" y="1554480"/>
            <a:ext cx="2578608" cy="841248"/>
          </a:xfrm>
          <a:prstGeom prst="roundRect">
            <a:avLst>
              <a:gd name="adj" fmla="val 13043"/>
            </a:avLst>
          </a:prstGeom>
          <a:solidFill>
            <a:srgbClr val="2E4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1975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doctor.html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578608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and rescheduling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or upload prescriptions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health records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and treatment notes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6208" y="1554480"/>
            <a:ext cx="2578608" cy="31089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36208" y="1554480"/>
            <a:ext cx="2578608" cy="841248"/>
          </a:xfrm>
          <a:prstGeom prst="roundRect">
            <a:avLst>
              <a:gd name="adj" fmla="val 13043"/>
            </a:avLst>
          </a:prstGeom>
          <a:solidFill>
            <a:srgbClr val="4B6BB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37376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1975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nurse.html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2578608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Medicines and diet plans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alarms for patients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donation screening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and bed updates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34272" y="1554480"/>
            <a:ext cx="2578608" cy="31089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34272" y="1554480"/>
            <a:ext cx="2578608" cy="841248"/>
          </a:xfrm>
          <a:prstGeom prst="roundRect">
            <a:avLst>
              <a:gd name="adj" fmla="val 13043"/>
            </a:avLst>
          </a:prstGeom>
          <a:solidFill>
            <a:srgbClr val="D6283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35440" y="1673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19751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patient.html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262872" y="2578608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and login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appointments, view records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SOS with saved ambulance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and prescriptions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issues a server session; each role page loads the same app.js controller and is permission-scoped to its own hospital.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actually does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3429000" cy="1993392"/>
          </a:xfrm>
          <a:prstGeom prst="roundRect">
            <a:avLst>
              <a:gd name="adj" fmla="val 5505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377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SOS &amp; dispatch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706624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and logged-in SOS capture GPS, pick the nearest hospital, dispatch the saved or fleet ambulance, and return a live map link.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72768"/>
            <a:ext cx="3429000" cy="1993392"/>
          </a:xfrm>
          <a:prstGeom prst="roundRect">
            <a:avLst>
              <a:gd name="adj" fmla="val 5505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377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donation workflow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706624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screening with age, weight, haemoglobin, BP and pulse; nurse approval; completion auto-adds a unit to blood bank stock.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72768"/>
            <a:ext cx="3429000" cy="1993392"/>
          </a:xfrm>
          <a:prstGeom prst="roundRect">
            <a:avLst>
              <a:gd name="adj" fmla="val 5505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941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94192" y="23774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alarms &amp; reminders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706624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Nurses schedule dose times per medicine; the patient portal toasts and fires browser notifications at each scheduled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3429000" cy="1993392"/>
          </a:xfrm>
          <a:prstGeom prst="roundRect">
            <a:avLst>
              <a:gd name="adj" fmla="val 5505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590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photo read-back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919472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or photographed prescriptions are stored per user, and Claude vision transcribes handwritten ones into a plain-language list.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0" y="3785616"/>
            <a:ext cx="3429000" cy="1993392"/>
          </a:xfrm>
          <a:prstGeom prst="roundRect">
            <a:avLst>
              <a:gd name="adj" fmla="val 5505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45152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4515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4590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4919472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broadcasts every update, so beds, stock, appointments and alerts refresh on all open portals without a reload.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3785616"/>
            <a:ext cx="3429000" cy="1993392"/>
          </a:xfrm>
          <a:prstGeom prst="roundRect">
            <a:avLst>
              <a:gd name="adj" fmla="val 5505"/>
            </a:avLst>
          </a:prstGeom>
          <a:solidFill>
            <a:srgbClr val="F7F9FE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94192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94192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459028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4919472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with service worker and icons, plus a pre-configured Capacitor project for a native Android build.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SECURITY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8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is built and how it is protected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01368"/>
            <a:ext cx="1417320" cy="603504"/>
          </a:xfrm>
          <a:prstGeom prst="roundRect">
            <a:avLst>
              <a:gd name="adj" fmla="val 1515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0136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80136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JS · PWA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26664" y="2606040"/>
            <a:ext cx="256032" cy="384048"/>
          </a:xfrm>
          <a:prstGeom prst="downArrow">
            <a:avLst/>
          </a:prstGeom>
          <a:solidFill>
            <a:srgbClr val="A6B0CC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807208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008376"/>
            <a:ext cx="1417320" cy="603504"/>
          </a:xfrm>
          <a:prstGeom prst="roundRect">
            <a:avLst>
              <a:gd name="adj" fmla="val 15152"/>
            </a:avLst>
          </a:prstGeom>
          <a:solidFill>
            <a:srgbClr val="2E4A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00837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00837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· Socket.IO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026664" y="3813048"/>
            <a:ext cx="256032" cy="384048"/>
          </a:xfrm>
          <a:prstGeom prst="downArrow">
            <a:avLst/>
          </a:prstGeom>
          <a:solidFill>
            <a:srgbClr val="A6B0CC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4014216"/>
            <a:ext cx="50292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15384"/>
            <a:ext cx="1417320" cy="603504"/>
          </a:xfrm>
          <a:prstGeom prst="roundRect">
            <a:avLst>
              <a:gd name="adj" fmla="val 15152"/>
            </a:avLst>
          </a:prstGeom>
          <a:solidFill>
            <a:srgbClr val="D6283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1538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421538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21 tables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257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tables: hospitals, staff, patients, beds, blood bank, organ bank, equipment, ambulances, appointments, records, prescriptions and more.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160020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BE2F2"/>
            </a:solidFill>
            <a:prstDash val="solid"/>
          </a:ln>
          <a:effectLst>
            <a:outerShdw sx="100000" sy="100000" kx="0" ky="0" algn="bl" rotWithShape="0" blurRad="101600" dist="12700" dir="5400000">
              <a:srgbClr val="A6B0CC">
                <a:alpha val="2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355080" y="18105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measures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28600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on seed and on every create or update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Hospital-scoped permissions so no role reads another hospital's records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update fields, closing a SQL-injection and mass-assignment hole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 on login and public SOS endpoints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expire after 12 hours of inactivity, with periodic sweeping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encryption at rest for donor vitals and prescription text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A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upload folders on disk instead of base64 blobs in the database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114800"/>
            <a:ext cx="4206240" cy="420624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7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005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scattered registers to one live network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5564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MEDORA PLUS delivers a working hospital network: four role portals, real-time resource tracking, emergency dispatch, connected patient records and follow-up care — on a secure, installable stack.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16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77240" y="3273552"/>
            <a:ext cx="5212080" cy="877824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5C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529584"/>
            <a:ext cx="365760" cy="365760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392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SMS and email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6850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Twilio or MSG91 into sendOtp so codes and alerts leave the console.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273552"/>
            <a:ext cx="5212080" cy="877824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5C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529584"/>
            <a:ext cx="365760" cy="365760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529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3924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database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95160" y="36850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local SQLite to PostgreSQL with backups and multi-server scaling.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334256"/>
            <a:ext cx="5212080" cy="877824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5C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4590288"/>
            <a:ext cx="365760" cy="365760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453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GPS tracking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74573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vehicle location and ETA on the patient and admin dashboards.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4334256"/>
            <a:ext cx="5212080" cy="877824"/>
          </a:xfrm>
          <a:prstGeom prst="roundRect">
            <a:avLst>
              <a:gd name="adj" fmla="val 125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C5C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590288"/>
            <a:ext cx="365760" cy="365760"/>
          </a:xfrm>
          <a:prstGeom prst="ellipse">
            <a:avLst/>
          </a:prstGeom>
          <a:solidFill>
            <a:srgbClr val="D6283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44531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intelligence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74573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prediction for beds and blood, plus smarter doctor matching.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806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MEDORA PLUS - Medi+ Command</dc:title>
  <dc:subject>PptxGenJS Presentation</dc:subject>
  <dc:creator>PptxGenJS</dc:creator>
  <cp:lastModifiedBy>PptxGenJS</cp:lastModifiedBy>
  <cp:revision>1</cp:revision>
  <dcterms:created xsi:type="dcterms:W3CDTF">2026-09-20T09:47:34Z</dcterms:created>
  <dcterms:modified xsi:type="dcterms:W3CDTF">2026-09-20T09:47:34Z</dcterms:modified>
</cp:coreProperties>
</file>